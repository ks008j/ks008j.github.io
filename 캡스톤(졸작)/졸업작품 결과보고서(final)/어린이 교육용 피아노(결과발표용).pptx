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embedTrueTypeFonts="1" saveSubsetFonts="1">
  <p:sldMasterIdLst>
    <p:sldMasterId id="2147483765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/>
  <p:showPr>
    <p:present/>
    <p:sldAll/>
    <p:penClr>
      <a:prstClr val="red"/>
    </p:penClr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lastView="sldThumbnailView">
  <p:normalViewPr showOutlineIcons="0" horzBarState="maximized">
    <p:restoredLeft sz="11312"/>
    <p:restoredTop sz="94660"/>
  </p:normalViewPr>
  <p:slideViewPr>
    <p:cSldViewPr snapToGrid="0">
      <p:cViewPr>
        <p:scale>
          <a:sx n="80" d="100"/>
          <a:sy n="80" d="100"/>
        </p:scale>
        <p:origin x="96" y="1074"/>
      </p:cViewPr>
      <p:guideLst>
        <p:guide orient="horz" pos="2156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51" d="100"/>
          <a:sy n="51" d="100"/>
        </p:scale>
        <p:origin x="2624" y="40"/>
      </p:cViewPr>
    </p:cSldViewPr>
  </p:notesViewPr>
  <p:gridSpacing cx="36868100" cy="368681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presProps" Target="presProps.xml"  /><Relationship Id="rId12" Type="http://schemas.openxmlformats.org/officeDocument/2006/relationships/viewProps" Target="viewProps.xml"  /><Relationship Id="rId13" Type="http://schemas.openxmlformats.org/officeDocument/2006/relationships/theme" Target="theme/theme1.xml"  /><Relationship Id="rId14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handoutMaster" Target="handoutMasters/handoutMaster1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48A513BA-3E82-4812-9926-DD5B40EAAC25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  <p:sp>
        <p:nvSpPr>
          <p:cNvPr id="6" name="날짜 개체 틀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22DC2647-C259-4EB5-84B8-93A3F8E54DE7}" type="datetime1">
              <a:rPr lang="ko-KR" altLang="en-US"/>
              <a:pPr lvl="0">
                <a:defRPr lang="ko-KR" altLang="en-US"/>
              </a:pPr>
              <a:t>2019-11-19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E8330A59-3B14-44C6-9AA2-56C3B186ED07}" type="datetime1">
              <a:rPr lang="ko-KR" altLang="en-US"/>
              <a:pPr lvl="0">
                <a:defRPr lang="ko-KR" altLang="en-US"/>
              </a:pPr>
              <a:t>2019-11-19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350627D4-F485-45AD-BC6C-08F8B1BF0F99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0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8771C398-EBCC-4210-8AFD-1D056CED0821}" type="datetime1">
              <a:rPr lang="ko-KR" altLang="en-US"/>
              <a:pPr lvl="0">
                <a:defRPr lang="ko-KR" altLang="en-US"/>
              </a:pPr>
              <a:t>2019-06-02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789EC6C-4145-4527-B052-BF633A9807EA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8771C398-EBCC-4210-8AFD-1D056CED0821}" type="datetime1">
              <a:rPr lang="ko-KR" altLang="en-US"/>
              <a:pPr lvl="0">
                <a:defRPr lang="ko-KR" altLang="en-US"/>
              </a:pPr>
              <a:t>2019-06-02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789EC6C-4145-4527-B052-BF633A9807EA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8771C398-EBCC-4210-8AFD-1D056CED0821}" type="datetime1">
              <a:rPr lang="ko-KR" altLang="en-US"/>
              <a:pPr lvl="0">
                <a:defRPr lang="ko-KR" altLang="en-US"/>
              </a:pPr>
              <a:t>2019-06-02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789EC6C-4145-4527-B052-BF633A9807EA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8771C398-EBCC-4210-8AFD-1D056CED0821}" type="datetime1">
              <a:rPr lang="ko-KR" altLang="en-US"/>
              <a:pPr lvl="0">
                <a:defRPr lang="ko-KR" altLang="en-US"/>
              </a:pPr>
              <a:t>2019-06-02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789EC6C-4145-4527-B052-BF633A9807EA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  <a:endParaRPr lang="ko-KR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8771C398-EBCC-4210-8AFD-1D056CED0821}" type="datetime1">
              <a:rPr lang="ko-KR" altLang="en-US"/>
              <a:pPr lvl="0">
                <a:defRPr lang="ko-KR" altLang="en-US"/>
              </a:pPr>
              <a:t>2019-06-02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789EC6C-4145-4527-B052-BF633A9807EA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8771C398-EBCC-4210-8AFD-1D056CED0821}" type="datetime1">
              <a:rPr lang="ko-KR" altLang="en-US"/>
              <a:pPr lvl="0">
                <a:defRPr lang="ko-KR" altLang="en-US"/>
              </a:pPr>
              <a:t>2019-06-02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789EC6C-4145-4527-B052-BF633A9807EA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8771C398-EBCC-4210-8AFD-1D056CED0821}" type="datetime1">
              <a:rPr lang="ko-KR" altLang="en-US"/>
              <a:pPr lvl="0">
                <a:defRPr lang="ko-KR" altLang="en-US"/>
              </a:pPr>
              <a:t>2019-06-02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789EC6C-4145-4527-B052-BF633A9807EA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8771C398-EBCC-4210-8AFD-1D056CED0821}" type="datetime1">
              <a:rPr lang="ko-KR" altLang="en-US"/>
              <a:pPr lvl="0">
                <a:defRPr lang="ko-KR" altLang="en-US"/>
              </a:pPr>
              <a:t>2019-06-02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789EC6C-4145-4527-B052-BF633A9807EA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 noTextEdi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8771C398-EBCC-4210-8AFD-1D056CED0821}" type="datetime1">
              <a:rPr lang="ko-KR" altLang="en-US"/>
              <a:pPr lvl="0">
                <a:defRPr lang="ko-KR" altLang="en-US"/>
              </a:pPr>
              <a:t>2019-06-02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789EC6C-4145-4527-B052-BF633A9807EA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8771C398-EBCC-4210-8AFD-1D056CED0821}" type="datetime1">
              <a:rPr lang="ko-KR" altLang="en-US"/>
              <a:pPr lvl="0">
                <a:defRPr lang="ko-KR" altLang="en-US"/>
              </a:pPr>
              <a:t>2019-06-02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789EC6C-4145-4527-B052-BF633A9807EA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idx="0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8771C398-EBCC-4210-8AFD-1D056CED0821}" type="datetime1">
              <a:rPr lang="ko-KR" altLang="en-US"/>
              <a:pPr lvl="0">
                <a:defRPr lang="ko-KR" altLang="en-US"/>
              </a:pPr>
              <a:t>2019-06-02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789EC6C-4145-4527-B052-BF633A9807EA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Office Theme">
    <p:bg>
      <p:bgPr shadeToTitle="0">
        <a:solidFill>
          <a:srgbClr val="ef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 lnSpcReduction="0"/>
          </a:bodyPr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 lnSpcReduction="0"/>
          </a:bodyPr>
          <a:lstStyle/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8771C398-EBCC-4210-8AFD-1D056CED0821}" type="datetime1">
              <a:rPr lang="ko-KR" altLang="en-US"/>
              <a:pPr lvl="0">
                <a:defRPr lang="ko-KR" altLang="en-US"/>
              </a:pPr>
              <a:t>2019-06-02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9789EC6C-4145-4527-B052-BF633A9807EA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transition xmlns:mc="http://schemas.openxmlformats.org/markup-compatibility/2006" xmlns:hp="http://schemas.haansoft.com/office/presentation/8.0" mc:Ignorable="hp" hp:hslDur="50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jpe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jpe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7810" b="78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070860" y="1220566"/>
            <a:ext cx="6031230" cy="154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lang="ko-KR" altLang="en-US"/>
            </a:pPr>
            <a:r>
              <a:rPr lang="ko-KR" altLang="en-US" sz="4800" spc="-196">
                <a:solidFill>
                  <a:schemeClr val="bg1"/>
                </a:solidFill>
                <a:latin typeface="나눔바른펜"/>
                <a:ea typeface="나눔바른펜"/>
              </a:rPr>
              <a:t>어   린   이   교   육   용</a:t>
            </a:r>
            <a:endParaRPr lang="ko-KR" altLang="en-US" sz="4800" spc="-196">
              <a:solidFill>
                <a:schemeClr val="bg1"/>
              </a:solidFill>
              <a:latin typeface="나눔바른펜"/>
              <a:ea typeface="나눔바른펜"/>
            </a:endParaRPr>
          </a:p>
          <a:p>
            <a:pPr algn="ctr">
              <a:defRPr lang="ko-KR" altLang="en-US"/>
            </a:pPr>
            <a:r>
              <a:rPr lang="ko-KR" altLang="en-US" sz="4800" spc="-196">
                <a:solidFill>
                  <a:schemeClr val="bg1"/>
                </a:solidFill>
                <a:latin typeface="나눔바른펜"/>
                <a:ea typeface="나눔바른펜"/>
              </a:rPr>
              <a:t>피    아    노</a:t>
            </a:r>
            <a:endParaRPr lang="ko-KR" altLang="en-US" sz="4800" spc="-196">
              <a:solidFill>
                <a:schemeClr val="bg1"/>
              </a:solidFill>
              <a:latin typeface="나눔바른펜"/>
              <a:ea typeface="나눔바른펜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8900159" y="5301076"/>
            <a:ext cx="3268980" cy="15569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lang="ko-KR" altLang="en-US"/>
            </a:pPr>
            <a:r>
              <a:rPr lang="ko-KR" altLang="en-US" sz="3200" spc="-132">
                <a:solidFill>
                  <a:schemeClr val="bg1"/>
                </a:solidFill>
                <a:latin typeface="나눔바른펜"/>
                <a:ea typeface="나눔바른펜"/>
              </a:rPr>
              <a:t>13422047  류건의</a:t>
            </a:r>
            <a:endParaRPr lang="ko-KR" altLang="en-US" sz="3200" spc="-132">
              <a:solidFill>
                <a:schemeClr val="bg1"/>
              </a:solidFill>
              <a:latin typeface="나눔바른펜"/>
              <a:ea typeface="나눔바른펜"/>
            </a:endParaRPr>
          </a:p>
          <a:p>
            <a:pPr algn="ctr">
              <a:defRPr lang="ko-KR" altLang="en-US"/>
            </a:pPr>
            <a:r>
              <a:rPr lang="ko-KR" altLang="en-US" sz="3200" spc="-132">
                <a:solidFill>
                  <a:schemeClr val="bg1"/>
                </a:solidFill>
                <a:latin typeface="나눔바른펜"/>
                <a:ea typeface="나눔바른펜"/>
              </a:rPr>
              <a:t>13422018  최현동</a:t>
            </a:r>
            <a:endParaRPr lang="ko-KR" altLang="en-US" sz="3200" spc="-132">
              <a:solidFill>
                <a:schemeClr val="bg1"/>
              </a:solidFill>
              <a:latin typeface="나눔바른펜"/>
              <a:ea typeface="나눔바른펜"/>
            </a:endParaRPr>
          </a:p>
          <a:p>
            <a:pPr algn="ctr">
              <a:defRPr lang="ko-KR" altLang="en-US"/>
            </a:pPr>
            <a:r>
              <a:rPr lang="ko-KR" altLang="en-US" sz="3200" spc="-132">
                <a:solidFill>
                  <a:schemeClr val="bg1"/>
                </a:solidFill>
                <a:latin typeface="나눔바른펜"/>
                <a:ea typeface="나눔바른펜"/>
              </a:rPr>
              <a:t>13422056  박성훈</a:t>
            </a:r>
            <a:endParaRPr lang="ko-KR" altLang="en-US" sz="3200" spc="-132">
              <a:solidFill>
                <a:schemeClr val="bg1"/>
              </a:solidFill>
              <a:latin typeface="나눔바른펜"/>
              <a:ea typeface="나눔바른펜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21641" y="0"/>
            <a:ext cx="457529" cy="72943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lvl="0">
              <a:defRPr lang="ko-KR" altLang="en-US"/>
            </a:pPr>
            <a:r>
              <a:rPr lang="en-US" altLang="ko-KR" sz="4200" spc="-172">
                <a:solidFill>
                  <a:srgbClr val="1f558d">
                    <a:alpha val="90000"/>
                  </a:srgbClr>
                </a:solidFill>
              </a:rPr>
              <a:t>C</a:t>
            </a:r>
            <a:endParaRPr lang="en-US" altLang="ko-KR" sz="4200" spc="-172">
              <a:solidFill>
                <a:srgbClr val="1f558d">
                  <a:alpha val="90000"/>
                </a:srgb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72085" y="248693"/>
            <a:ext cx="85724" cy="76944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0344708" y="164029"/>
            <a:ext cx="1510317" cy="1386615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9634414" y="681316"/>
            <a:ext cx="1510317" cy="1386615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37" name="TextBox 14"/>
          <p:cNvSpPr txBox="1"/>
          <p:nvPr/>
        </p:nvSpPr>
        <p:spPr>
          <a:xfrm>
            <a:off x="537084" y="182118"/>
            <a:ext cx="516381" cy="72943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lvl="0">
              <a:defRPr lang="ko-KR" altLang="en-US"/>
            </a:pPr>
            <a:r>
              <a:rPr lang="en-US" altLang="ko-KR" sz="4200" spc="-172">
                <a:solidFill>
                  <a:srgbClr val="1f558d">
                    <a:alpha val="90000"/>
                  </a:srgbClr>
                </a:solidFill>
              </a:rPr>
              <a:t>O</a:t>
            </a:r>
            <a:endParaRPr lang="en-US" altLang="ko-KR" sz="4200" spc="-172">
              <a:solidFill>
                <a:srgbClr val="1f558d">
                  <a:alpha val="90000"/>
                </a:srgbClr>
              </a:solidFill>
            </a:endParaRPr>
          </a:p>
        </p:txBody>
      </p:sp>
      <p:sp>
        <p:nvSpPr>
          <p:cNvPr id="38" name="TextBox 14"/>
          <p:cNvSpPr txBox="1"/>
          <p:nvPr/>
        </p:nvSpPr>
        <p:spPr>
          <a:xfrm>
            <a:off x="747777" y="326136"/>
            <a:ext cx="515238" cy="72943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lvl="0">
              <a:defRPr lang="ko-KR" altLang="en-US"/>
            </a:pPr>
            <a:r>
              <a:rPr lang="en-US" altLang="ko-KR" sz="4200" spc="-172">
                <a:solidFill>
                  <a:srgbClr val="1f558d">
                    <a:alpha val="90000"/>
                  </a:srgbClr>
                </a:solidFill>
              </a:rPr>
              <a:t>N</a:t>
            </a:r>
            <a:endParaRPr lang="en-US" altLang="ko-KR" sz="4200" spc="-172">
              <a:solidFill>
                <a:srgbClr val="1f558d">
                  <a:alpha val="90000"/>
                </a:srgbClr>
              </a:solidFill>
            </a:endParaRPr>
          </a:p>
        </p:txBody>
      </p:sp>
      <p:sp>
        <p:nvSpPr>
          <p:cNvPr id="39" name="TextBox 14"/>
          <p:cNvSpPr txBox="1"/>
          <p:nvPr/>
        </p:nvSpPr>
        <p:spPr>
          <a:xfrm>
            <a:off x="1073388" y="94225"/>
            <a:ext cx="437277" cy="72943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lvl="0">
              <a:defRPr lang="ko-KR" altLang="en-US"/>
            </a:pPr>
            <a:r>
              <a:rPr lang="en-US" altLang="ko-KR" sz="4200" spc="-172">
                <a:solidFill>
                  <a:srgbClr val="1f558d">
                    <a:alpha val="90000"/>
                  </a:srgbClr>
                </a:solidFill>
              </a:rPr>
              <a:t>T</a:t>
            </a:r>
            <a:endParaRPr lang="en-US" altLang="ko-KR" sz="4200" spc="-172">
              <a:solidFill>
                <a:srgbClr val="1f558d">
                  <a:alpha val="90000"/>
                </a:srgbClr>
              </a:solidFill>
            </a:endParaRPr>
          </a:p>
        </p:txBody>
      </p:sp>
      <p:sp>
        <p:nvSpPr>
          <p:cNvPr id="40" name="TextBox 14"/>
          <p:cNvSpPr txBox="1"/>
          <p:nvPr/>
        </p:nvSpPr>
        <p:spPr>
          <a:xfrm>
            <a:off x="1293606" y="219193"/>
            <a:ext cx="436134" cy="72943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lvl="0">
              <a:defRPr lang="ko-KR" altLang="en-US"/>
            </a:pPr>
            <a:r>
              <a:rPr lang="en-US" altLang="ko-KR" sz="4200" spc="-172">
                <a:solidFill>
                  <a:srgbClr val="1f558d">
                    <a:alpha val="90000"/>
                  </a:srgbClr>
                </a:solidFill>
              </a:rPr>
              <a:t>E</a:t>
            </a:r>
            <a:endParaRPr lang="en-US" altLang="ko-KR" sz="4200" spc="-172">
              <a:solidFill>
                <a:srgbClr val="1f558d">
                  <a:alpha val="90000"/>
                </a:srgbClr>
              </a:solidFill>
            </a:endParaRPr>
          </a:p>
        </p:txBody>
      </p:sp>
      <p:sp>
        <p:nvSpPr>
          <p:cNvPr id="41" name="TextBox 14"/>
          <p:cNvSpPr txBox="1"/>
          <p:nvPr/>
        </p:nvSpPr>
        <p:spPr>
          <a:xfrm>
            <a:off x="1529781" y="0"/>
            <a:ext cx="436134" cy="729435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lvl="0">
              <a:defRPr lang="ko-KR" altLang="en-US"/>
            </a:pPr>
            <a:r>
              <a:rPr lang="en-US" altLang="ko-KR" sz="4200" spc="-172">
                <a:solidFill>
                  <a:srgbClr val="1f558d">
                    <a:alpha val="90000"/>
                  </a:srgbClr>
                </a:solidFill>
              </a:rPr>
              <a:t>N</a:t>
            </a:r>
            <a:endParaRPr lang="en-US" altLang="ko-KR" sz="4200" spc="-172">
              <a:solidFill>
                <a:srgbClr val="1f558d">
                  <a:alpha val="90000"/>
                </a:srgbClr>
              </a:solidFill>
            </a:endParaRPr>
          </a:p>
        </p:txBody>
      </p:sp>
      <p:sp>
        <p:nvSpPr>
          <p:cNvPr id="43" name="TextBox 14"/>
          <p:cNvSpPr txBox="1"/>
          <p:nvPr/>
        </p:nvSpPr>
        <p:spPr>
          <a:xfrm>
            <a:off x="1846056" y="238243"/>
            <a:ext cx="437277" cy="72943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lvl="0">
              <a:defRPr lang="ko-KR" altLang="en-US"/>
            </a:pPr>
            <a:r>
              <a:rPr lang="en-US" altLang="ko-KR" sz="4200" spc="-172">
                <a:solidFill>
                  <a:srgbClr val="1f558d">
                    <a:alpha val="90000"/>
                  </a:srgbClr>
                </a:solidFill>
              </a:rPr>
              <a:t>T</a:t>
            </a:r>
            <a:endParaRPr lang="en-US" altLang="ko-KR" sz="4200" spc="-172">
              <a:solidFill>
                <a:srgbClr val="1f558d">
                  <a:alpha val="90000"/>
                </a:srgbClr>
              </a:solidFill>
            </a:endParaRPr>
          </a:p>
        </p:txBody>
      </p:sp>
      <p:sp>
        <p:nvSpPr>
          <p:cNvPr id="44" name="TextBox 14"/>
          <p:cNvSpPr txBox="1"/>
          <p:nvPr/>
        </p:nvSpPr>
        <p:spPr>
          <a:xfrm>
            <a:off x="2037699" y="382261"/>
            <a:ext cx="415941" cy="72943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lvl="0">
              <a:defRPr lang="ko-KR" altLang="en-US"/>
            </a:pPr>
            <a:r>
              <a:rPr lang="en-US" altLang="ko-KR" sz="4200" spc="-172">
                <a:solidFill>
                  <a:srgbClr val="1f558d">
                    <a:alpha val="90000"/>
                  </a:srgbClr>
                </a:solidFill>
              </a:rPr>
              <a:t>S</a:t>
            </a:r>
            <a:endParaRPr lang="en-US" altLang="ko-KR" sz="4200" spc="-172">
              <a:solidFill>
                <a:srgbClr val="1f558d">
                  <a:alpha val="90000"/>
                </a:srgbClr>
              </a:solidFill>
            </a:endParaRPr>
          </a:p>
        </p:txBody>
      </p:sp>
      <p:sp>
        <p:nvSpPr>
          <p:cNvPr id="47" name="TextBox 14"/>
          <p:cNvSpPr txBox="1"/>
          <p:nvPr/>
        </p:nvSpPr>
        <p:spPr>
          <a:xfrm>
            <a:off x="808844" y="2959419"/>
            <a:ext cx="701821" cy="729611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lvl="0">
              <a:defRPr lang="ko-KR" altLang="en-US"/>
            </a:pPr>
            <a:r>
              <a:rPr lang="en-US" altLang="ko-KR" sz="4200" spc="-172">
                <a:solidFill>
                  <a:srgbClr val="1f558d">
                    <a:alpha val="90000"/>
                  </a:srgbClr>
                </a:solidFill>
              </a:rPr>
              <a:t>0</a:t>
            </a:r>
            <a:r>
              <a:rPr lang="ko-KR" altLang="en-US" sz="4200" spc="-172">
                <a:solidFill>
                  <a:srgbClr val="1f558d">
                    <a:alpha val="90000"/>
                  </a:srgbClr>
                </a:solidFill>
              </a:rPr>
              <a:t>2</a:t>
            </a:r>
            <a:endParaRPr lang="ko-KR" altLang="en-US" sz="4200" spc="-172">
              <a:solidFill>
                <a:srgbClr val="1f558d">
                  <a:alpha val="90000"/>
                </a:srgbClr>
              </a:solidFill>
            </a:endParaRPr>
          </a:p>
        </p:txBody>
      </p:sp>
      <p:sp>
        <p:nvSpPr>
          <p:cNvPr id="52" name="TextBox 14"/>
          <p:cNvSpPr txBox="1"/>
          <p:nvPr/>
        </p:nvSpPr>
        <p:spPr>
          <a:xfrm>
            <a:off x="1969294" y="1963617"/>
            <a:ext cx="2612231" cy="568128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lvl="0">
              <a:defRPr lang="ko-KR" altLang="en-US"/>
            </a:pPr>
            <a:r>
              <a:rPr lang="ko-KR" altLang="en-US" sz="3200" spc="-132">
                <a:solidFill>
                  <a:srgbClr val="1f558d">
                    <a:alpha val="90000"/>
                  </a:srgbClr>
                </a:solidFill>
              </a:rPr>
              <a:t>프로젝트 목표</a:t>
            </a:r>
            <a:endParaRPr lang="ko-KR" altLang="en-US" sz="3200" spc="-132">
              <a:solidFill>
                <a:srgbClr val="1f558d">
                  <a:alpha val="90000"/>
                </a:srgbClr>
              </a:solidFill>
            </a:endParaRPr>
          </a:p>
        </p:txBody>
      </p:sp>
      <p:sp>
        <p:nvSpPr>
          <p:cNvPr id="53" name="TextBox 14"/>
          <p:cNvSpPr txBox="1"/>
          <p:nvPr/>
        </p:nvSpPr>
        <p:spPr>
          <a:xfrm>
            <a:off x="815988" y="1844994"/>
            <a:ext cx="704202" cy="729611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lvl="0">
              <a:defRPr lang="ko-KR" altLang="en-US"/>
            </a:pPr>
            <a:r>
              <a:rPr lang="en-US" altLang="ko-KR" sz="4200" spc="-172">
                <a:solidFill>
                  <a:srgbClr val="1f558d">
                    <a:alpha val="90000"/>
                  </a:srgbClr>
                </a:solidFill>
              </a:rPr>
              <a:t>0</a:t>
            </a:r>
            <a:r>
              <a:rPr lang="ko-KR" altLang="en-US" sz="4200" spc="-172">
                <a:solidFill>
                  <a:srgbClr val="1f558d">
                    <a:alpha val="90000"/>
                  </a:srgbClr>
                </a:solidFill>
              </a:rPr>
              <a:t>1</a:t>
            </a:r>
            <a:endParaRPr lang="ko-KR" altLang="en-US" sz="4200" spc="-172">
              <a:solidFill>
                <a:srgbClr val="1f558d">
                  <a:alpha val="90000"/>
                </a:srgbClr>
              </a:solidFill>
            </a:endParaRPr>
          </a:p>
        </p:txBody>
      </p:sp>
      <p:sp>
        <p:nvSpPr>
          <p:cNvPr id="54" name="TextBox 14"/>
          <p:cNvSpPr txBox="1"/>
          <p:nvPr/>
        </p:nvSpPr>
        <p:spPr>
          <a:xfrm>
            <a:off x="797718" y="4045266"/>
            <a:ext cx="703422" cy="729611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lvl="0">
              <a:defRPr lang="ko-KR" altLang="en-US"/>
            </a:pPr>
            <a:r>
              <a:rPr lang="en-US" altLang="ko-KR" sz="4200" spc="-172">
                <a:solidFill>
                  <a:srgbClr val="1f558d">
                    <a:alpha val="90000"/>
                  </a:srgbClr>
                </a:solidFill>
              </a:rPr>
              <a:t>0</a:t>
            </a:r>
            <a:r>
              <a:rPr lang="ko-KR" altLang="en-US" sz="4200" spc="-172">
                <a:solidFill>
                  <a:srgbClr val="1f558d">
                    <a:alpha val="90000"/>
                  </a:srgbClr>
                </a:solidFill>
              </a:rPr>
              <a:t>3</a:t>
            </a:r>
            <a:endParaRPr lang="ko-KR" altLang="en-US" sz="4200" spc="-172">
              <a:solidFill>
                <a:srgbClr val="1f558d">
                  <a:alpha val="90000"/>
                </a:srgbClr>
              </a:solidFill>
            </a:endParaRPr>
          </a:p>
        </p:txBody>
      </p:sp>
      <p:sp>
        <p:nvSpPr>
          <p:cNvPr id="55" name="TextBox 14"/>
          <p:cNvSpPr txBox="1"/>
          <p:nvPr/>
        </p:nvSpPr>
        <p:spPr>
          <a:xfrm>
            <a:off x="1964528" y="3061373"/>
            <a:ext cx="3028643" cy="575272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lvl="0">
              <a:defRPr lang="ko-KR" altLang="en-US"/>
            </a:pPr>
            <a:r>
              <a:rPr lang="ko-KR" altLang="en-US" sz="3200" spc="-132">
                <a:solidFill>
                  <a:srgbClr val="1f558d">
                    <a:alpha val="90000"/>
                  </a:srgbClr>
                </a:solidFill>
              </a:rPr>
              <a:t>세부일정 및 계획</a:t>
            </a:r>
            <a:endParaRPr lang="ko-KR" altLang="en-US" sz="3200" spc="-132">
              <a:solidFill>
                <a:srgbClr val="1f558d">
                  <a:alpha val="90000"/>
                </a:srgbClr>
              </a:solidFill>
            </a:endParaRPr>
          </a:p>
        </p:txBody>
      </p:sp>
      <p:sp>
        <p:nvSpPr>
          <p:cNvPr id="56" name="TextBox 14"/>
          <p:cNvSpPr txBox="1"/>
          <p:nvPr/>
        </p:nvSpPr>
        <p:spPr>
          <a:xfrm>
            <a:off x="1947862" y="5142586"/>
            <a:ext cx="968856" cy="575272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lvl="0">
              <a:defRPr lang="ko-KR" altLang="en-US"/>
            </a:pPr>
            <a:r>
              <a:rPr lang="ko-KR" altLang="en-US" sz="3200" spc="-132">
                <a:solidFill>
                  <a:srgbClr val="1f558d">
                    <a:alpha val="90000"/>
                  </a:srgbClr>
                </a:solidFill>
              </a:rPr>
              <a:t>시연</a:t>
            </a:r>
            <a:endParaRPr lang="ko-KR" altLang="en-US" sz="3200" spc="-132">
              <a:solidFill>
                <a:srgbClr val="1f558d">
                  <a:alpha val="90000"/>
                </a:srgbClr>
              </a:solidFill>
            </a:endParaRPr>
          </a:p>
        </p:txBody>
      </p:sp>
      <p:sp>
        <p:nvSpPr>
          <p:cNvPr id="57" name="TextBox 14"/>
          <p:cNvSpPr txBox="1"/>
          <p:nvPr/>
        </p:nvSpPr>
        <p:spPr>
          <a:xfrm>
            <a:off x="800099" y="5019197"/>
            <a:ext cx="701041" cy="729611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lvl="0">
              <a:defRPr lang="ko-KR" altLang="en-US"/>
            </a:pPr>
            <a:r>
              <a:rPr lang="en-US" altLang="ko-KR" sz="4200" spc="-172">
                <a:solidFill>
                  <a:srgbClr val="1f558d">
                    <a:alpha val="90000"/>
                  </a:srgbClr>
                </a:solidFill>
              </a:rPr>
              <a:t>0</a:t>
            </a:r>
            <a:r>
              <a:rPr lang="ko-KR" altLang="en-US" sz="4200" spc="-172">
                <a:solidFill>
                  <a:srgbClr val="1f558d">
                    <a:alpha val="90000"/>
                  </a:srgbClr>
                </a:solidFill>
              </a:rPr>
              <a:t>4</a:t>
            </a:r>
            <a:endParaRPr lang="ko-KR" altLang="en-US" sz="4200" spc="-172">
              <a:solidFill>
                <a:srgbClr val="1f558d">
                  <a:alpha val="90000"/>
                </a:srgbClr>
              </a:solidFill>
            </a:endParaRPr>
          </a:p>
        </p:txBody>
      </p:sp>
      <p:sp>
        <p:nvSpPr>
          <p:cNvPr id="58" name="TextBox 14"/>
          <p:cNvSpPr txBox="1"/>
          <p:nvPr/>
        </p:nvSpPr>
        <p:spPr>
          <a:xfrm>
            <a:off x="1921668" y="4140294"/>
            <a:ext cx="5362263" cy="572676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lvl="0" algn="l" defTabSz="457200" eaLnBrk="1" latinLnBrk="0" hangingPunct="1">
              <a:defRPr lang="ko-KR" altLang="en-US"/>
            </a:pPr>
            <a:r>
              <a:rPr xmlns:mc="http://schemas.openxmlformats.org/markup-compatibility/2006" xmlns:hp="http://schemas.haansoft.com/office/presentation/8.0" lang="ko-KR" altLang="en-US" sz="3200" b="0" i="0" kern="1200" spc="-132" mc:Ignorable="hp" hp:hslEmbossed="0">
                <a:solidFill>
                  <a:srgbClr val="1f558d"/>
                </a:solidFill>
                <a:latin typeface="Calibri"/>
                <a:ea typeface="나눔고딕"/>
                <a:cs typeface="Calibri"/>
              </a:rPr>
              <a:t>하드웨어 및 소프트웨어 구성도</a:t>
            </a:r>
            <a:endParaRPr xmlns:mc="http://schemas.openxmlformats.org/markup-compatibility/2006" xmlns:hp="http://schemas.haansoft.com/office/presentation/8.0" lang="ko-KR" altLang="en-US" sz="3200" b="0" i="0" kern="1200" spc="-132" mc:Ignorable="hp" hp:hslEmbossed="0">
              <a:solidFill>
                <a:srgbClr val="1f558d"/>
              </a:solidFill>
              <a:latin typeface="Calibri"/>
              <a:ea typeface="나눔고딕"/>
              <a:cs typeface="Calibri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62585" y="278310"/>
            <a:ext cx="4458030" cy="6722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lang="ko-KR" altLang="en-US"/>
            </a:pPr>
            <a:r>
              <a:rPr lang="ko-KR" altLang="en-US" sz="3800" spc="-156">
                <a:solidFill>
                  <a:srgbClr val="525252"/>
                </a:solidFill>
              </a:rPr>
              <a:t>프   로   젝   트   목   표</a:t>
            </a:r>
            <a:endParaRPr lang="ko-KR" altLang="en-US" sz="3800" spc="-156">
              <a:solidFill>
                <a:srgbClr val="525252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72085" y="248693"/>
            <a:ext cx="85724" cy="76944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6" name=""/>
          <p:cNvSpPr/>
          <p:nvPr/>
        </p:nvSpPr>
        <p:spPr>
          <a:xfrm>
            <a:off x="4917281" y="1202887"/>
            <a:ext cx="2155912" cy="1964175"/>
          </a:xfrm>
          <a:prstGeom prst="ellipse">
            <a:avLst/>
          </a:prstGeom>
          <a:solidFill>
            <a:srgbClr val="adbbca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9" name=""/>
          <p:cNvSpPr txBox="1"/>
          <p:nvPr/>
        </p:nvSpPr>
        <p:spPr>
          <a:xfrm>
            <a:off x="5260181" y="1876424"/>
            <a:ext cx="1512093" cy="576739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 lang="ko-KR" altLang="en-US"/>
            </a:pPr>
            <a:r>
              <a:rPr lang="ko-KR" altLang="en-US" sz="3200">
                <a:solidFill>
                  <a:schemeClr val="tx1"/>
                </a:solidFill>
              </a:rPr>
              <a:t>접근성</a:t>
            </a:r>
            <a:endParaRPr lang="ko-KR" altLang="en-US" sz="3200">
              <a:solidFill>
                <a:schemeClr val="tx1"/>
              </a:solidFill>
            </a:endParaRPr>
          </a:p>
        </p:txBody>
      </p:sp>
      <p:sp>
        <p:nvSpPr>
          <p:cNvPr id="22" name=""/>
          <p:cNvSpPr/>
          <p:nvPr/>
        </p:nvSpPr>
        <p:spPr>
          <a:xfrm>
            <a:off x="7567614" y="4100868"/>
            <a:ext cx="2155912" cy="1964175"/>
          </a:xfrm>
          <a:prstGeom prst="ellipse">
            <a:avLst/>
          </a:prstGeom>
          <a:solidFill>
            <a:srgbClr val="adbbca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23" name=""/>
          <p:cNvSpPr/>
          <p:nvPr/>
        </p:nvSpPr>
        <p:spPr>
          <a:xfrm>
            <a:off x="2207419" y="4096105"/>
            <a:ext cx="2155912" cy="1964175"/>
          </a:xfrm>
          <a:prstGeom prst="ellipse">
            <a:avLst/>
          </a:prstGeom>
          <a:solidFill>
            <a:srgbClr val="adbbca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24" name=""/>
          <p:cNvSpPr txBox="1"/>
          <p:nvPr/>
        </p:nvSpPr>
        <p:spPr>
          <a:xfrm>
            <a:off x="2538412" y="4769643"/>
            <a:ext cx="1512093" cy="576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ko-KR" altLang="en-US" sz="3200">
                <a:solidFill>
                  <a:schemeClr val="tx1"/>
                </a:solidFill>
              </a:rPr>
              <a:t>교육성</a:t>
            </a:r>
            <a:endParaRPr lang="ko-KR" altLang="en-US" sz="3200">
              <a:solidFill>
                <a:schemeClr val="tx1"/>
              </a:solidFill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7931944" y="4755356"/>
            <a:ext cx="1512094" cy="576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ko-KR" altLang="en-US" sz="3200">
                <a:solidFill>
                  <a:schemeClr val="tx1"/>
                </a:solidFill>
              </a:rPr>
              <a:t>성취감</a:t>
            </a:r>
            <a:endParaRPr lang="ko-KR" altLang="en-US" sz="3200">
              <a:solidFill>
                <a:schemeClr val="tx1"/>
              </a:solidFill>
            </a:endParaRPr>
          </a:p>
        </p:txBody>
      </p:sp>
      <p:cxnSp>
        <p:nvCxnSpPr>
          <p:cNvPr id="26" name=""/>
          <p:cNvCxnSpPr>
            <a:stCxn id="23" idx="7"/>
            <a:endCxn id="16" idx="3"/>
          </p:cNvCxnSpPr>
          <p:nvPr/>
        </p:nvCxnSpPr>
        <p:spPr>
          <a:xfrm rot="5400000" flipH="1" flipV="1">
            <a:off x="3888137" y="3038882"/>
            <a:ext cx="1504336" cy="1185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"/>
          <p:cNvCxnSpPr>
            <a:stCxn id="23" idx="6"/>
            <a:endCxn id="22" idx="2"/>
          </p:cNvCxnSpPr>
          <p:nvPr/>
        </p:nvCxnSpPr>
        <p:spPr>
          <a:xfrm>
            <a:off x="4363331" y="5078193"/>
            <a:ext cx="3204283" cy="47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"/>
          <p:cNvCxnSpPr>
            <a:stCxn id="22" idx="1"/>
            <a:endCxn id="16" idx="5"/>
          </p:cNvCxnSpPr>
          <p:nvPr/>
        </p:nvCxnSpPr>
        <p:spPr>
          <a:xfrm rot="16200000" flipV="1">
            <a:off x="6565854" y="3071029"/>
            <a:ext cx="1509099" cy="112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62585" y="259260"/>
            <a:ext cx="5335758" cy="672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lang="ko-KR" altLang="en-US"/>
            </a:pPr>
            <a:r>
              <a:rPr lang="ko-KR" altLang="en-US" sz="3800" spc="-156">
                <a:solidFill>
                  <a:srgbClr val="5b5959"/>
                </a:solidFill>
              </a:rPr>
              <a:t>세   부   일   정   및   계   획</a:t>
            </a:r>
            <a:endParaRPr lang="ko-KR" altLang="en-US" sz="3800" spc="-156">
              <a:solidFill>
                <a:srgbClr val="5b5959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72085" y="248693"/>
            <a:ext cx="85724" cy="76944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" y="1324571"/>
            <a:ext cx="12247293" cy="491492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62581" y="278310"/>
            <a:ext cx="9820609" cy="6722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lang="ko-KR" altLang="en-US"/>
            </a:pPr>
            <a:r>
              <a:rPr lang="ko-KR" altLang="en-US" sz="3800" spc="-157">
                <a:solidFill>
                  <a:srgbClr val="525252"/>
                </a:solidFill>
              </a:rPr>
              <a:t>하   드   웨   어   및   소   프   트   웨   어   구   성   도</a:t>
            </a:r>
            <a:endParaRPr lang="ko-KR" altLang="en-US" sz="3800" spc="-157">
              <a:solidFill>
                <a:srgbClr val="525252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72085" y="248693"/>
            <a:ext cx="85724" cy="76944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7" name=""/>
          <p:cNvSpPr/>
          <p:nvPr/>
        </p:nvSpPr>
        <p:spPr>
          <a:xfrm>
            <a:off x="1914600" y="1653731"/>
            <a:ext cx="8119108" cy="4560956"/>
          </a:xfrm>
          <a:prstGeom prst="rect">
            <a:avLst/>
          </a:prstGeom>
          <a:pattFill prst="ltUpDiag">
            <a:fgClr>
              <a:srgbClr val="adbbca"/>
            </a:fgClr>
            <a:bgClr>
              <a:schemeClr val="bg1"/>
            </a:bgClr>
          </a:patt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48" name=""/>
          <p:cNvSpPr txBox="1"/>
          <p:nvPr/>
        </p:nvSpPr>
        <p:spPr>
          <a:xfrm>
            <a:off x="2702718" y="1207290"/>
            <a:ext cx="1601151" cy="364809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 lang="ko-KR" altLang="en-US"/>
            </a:pPr>
            <a:r>
              <a:rPr lang="ko-KR" altLang="en-US" b="1"/>
              <a:t>건반</a:t>
            </a:r>
            <a:r>
              <a:rPr lang="en-US" altLang="ko-KR" b="1"/>
              <a:t>SW</a:t>
            </a:r>
            <a:r>
              <a:rPr lang="ko-KR" altLang="en-US" b="1"/>
              <a:t> 구현</a:t>
            </a:r>
            <a:endParaRPr lang="ko-KR" altLang="en-US" b="1"/>
          </a:p>
        </p:txBody>
      </p:sp>
      <p:sp>
        <p:nvSpPr>
          <p:cNvPr id="49" name=""/>
          <p:cNvSpPr txBox="1"/>
          <p:nvPr/>
        </p:nvSpPr>
        <p:spPr>
          <a:xfrm>
            <a:off x="7340440" y="1169192"/>
            <a:ext cx="1987868" cy="367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en-US" altLang="ko-KR" b="1"/>
              <a:t>LED</a:t>
            </a:r>
            <a:r>
              <a:rPr lang="ko-KR" altLang="en-US" b="1"/>
              <a:t>블록 기능 구현</a:t>
            </a:r>
            <a:endParaRPr lang="ko-KR" altLang="en-US" b="1"/>
          </a:p>
        </p:txBody>
      </p:sp>
      <p:grpSp>
        <p:nvGrpSpPr>
          <p:cNvPr id="60" name=""/>
          <p:cNvGrpSpPr/>
          <p:nvPr/>
        </p:nvGrpSpPr>
        <p:grpSpPr>
          <a:xfrm rot="0">
            <a:off x="7467114" y="2325225"/>
            <a:ext cx="1748324" cy="1227600"/>
            <a:chOff x="2823674" y="2201400"/>
            <a:chExt cx="1748324" cy="1227600"/>
          </a:xfrm>
        </p:grpSpPr>
        <p:sp>
          <p:nvSpPr>
            <p:cNvPr id="58" name=""/>
            <p:cNvSpPr/>
            <p:nvPr/>
          </p:nvSpPr>
          <p:spPr>
            <a:xfrm>
              <a:off x="2823674" y="2201400"/>
              <a:ext cx="1738800" cy="1227600"/>
            </a:xfrm>
            <a:prstGeom prst="bevel">
              <a:avLst>
                <a:gd name="adj" fmla="val 12500"/>
              </a:avLst>
            </a:prstGeom>
            <a:solidFill>
              <a:srgbClr val="adbbca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ko-KR" altLang="en-US"/>
            </a:p>
          </p:txBody>
        </p:sp>
        <p:sp>
          <p:nvSpPr>
            <p:cNvPr id="59" name=""/>
            <p:cNvSpPr txBox="1"/>
            <p:nvPr/>
          </p:nvSpPr>
          <p:spPr>
            <a:xfrm>
              <a:off x="2958941" y="2607467"/>
              <a:ext cx="1613058" cy="364809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defRPr lang="ko-KR" altLang="en-US"/>
              </a:pPr>
              <a:r>
                <a:rPr lang="ko-KR" altLang="en-US" b="1">
                  <a:solidFill>
                    <a:schemeClr val="bg1"/>
                  </a:solidFill>
                </a:rPr>
                <a:t>라즈베리파이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64" name=""/>
          <p:cNvGrpSpPr/>
          <p:nvPr/>
        </p:nvGrpSpPr>
        <p:grpSpPr>
          <a:xfrm rot="0">
            <a:off x="2633175" y="2339512"/>
            <a:ext cx="1957874" cy="1227600"/>
            <a:chOff x="2823674" y="2201400"/>
            <a:chExt cx="1957874" cy="1227600"/>
          </a:xfrm>
        </p:grpSpPr>
        <p:sp>
          <p:nvSpPr>
            <p:cNvPr id="65" name=""/>
            <p:cNvSpPr/>
            <p:nvPr/>
          </p:nvSpPr>
          <p:spPr>
            <a:xfrm>
              <a:off x="2823674" y="2201400"/>
              <a:ext cx="1738800" cy="1227600"/>
            </a:xfrm>
            <a:prstGeom prst="bevel">
              <a:avLst>
                <a:gd name="adj" fmla="val 12500"/>
              </a:avLst>
            </a:prstGeom>
            <a:solidFill>
              <a:srgbClr val="adbbca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algn="ctr">
                <a:defRPr lang="ko-KR" altLang="en-US"/>
              </a:pPr>
              <a:endParaRPr lang="ko-KR" altLang="en-US"/>
            </a:p>
          </p:txBody>
        </p:sp>
        <p:sp>
          <p:nvSpPr>
            <p:cNvPr id="66" name=""/>
            <p:cNvSpPr txBox="1"/>
            <p:nvPr/>
          </p:nvSpPr>
          <p:spPr>
            <a:xfrm>
              <a:off x="3168491" y="2607467"/>
              <a:ext cx="1613058" cy="3671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 lang="ko-KR" altLang="en-US"/>
              </a:pPr>
              <a:r>
                <a:rPr lang="ko-KR" altLang="en-US" b="1">
                  <a:solidFill>
                    <a:schemeClr val="bg1"/>
                  </a:solidFill>
                </a:rPr>
                <a:t>아두이노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67" name=""/>
          <p:cNvCxnSpPr>
            <a:stCxn id="65" idx="0"/>
            <a:endCxn id="58" idx="4"/>
          </p:cNvCxnSpPr>
          <p:nvPr/>
        </p:nvCxnSpPr>
        <p:spPr>
          <a:xfrm flipV="1">
            <a:off x="4371975" y="2939025"/>
            <a:ext cx="3095139" cy="14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"/>
          <p:cNvGrpSpPr/>
          <p:nvPr/>
        </p:nvGrpSpPr>
        <p:grpSpPr>
          <a:xfrm rot="0">
            <a:off x="2633175" y="4406438"/>
            <a:ext cx="2138849" cy="1227600"/>
            <a:chOff x="2823674" y="2201400"/>
            <a:chExt cx="2138849" cy="1227600"/>
          </a:xfrm>
        </p:grpSpPr>
        <p:sp>
          <p:nvSpPr>
            <p:cNvPr id="69" name=""/>
            <p:cNvSpPr/>
            <p:nvPr/>
          </p:nvSpPr>
          <p:spPr>
            <a:xfrm>
              <a:off x="2823674" y="2201400"/>
              <a:ext cx="1738800" cy="1227600"/>
            </a:xfrm>
            <a:prstGeom prst="bevel">
              <a:avLst>
                <a:gd name="adj" fmla="val 12500"/>
              </a:avLst>
            </a:prstGeom>
            <a:solidFill>
              <a:srgbClr val="adbbca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algn="ctr">
                <a:defRPr lang="ko-KR" altLang="en-US"/>
              </a:pPr>
              <a:endParaRPr lang="ko-KR" altLang="en-US"/>
            </a:p>
          </p:txBody>
        </p:sp>
        <p:sp>
          <p:nvSpPr>
            <p:cNvPr id="70" name=""/>
            <p:cNvSpPr txBox="1"/>
            <p:nvPr/>
          </p:nvSpPr>
          <p:spPr>
            <a:xfrm>
              <a:off x="3349466" y="2607467"/>
              <a:ext cx="1613058" cy="3671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 lang="ko-KR" altLang="en-US"/>
              </a:pPr>
              <a:r>
                <a:rPr lang="ko-KR" altLang="en-US" b="1">
                  <a:solidFill>
                    <a:schemeClr val="bg1"/>
                  </a:solidFill>
                </a:rPr>
                <a:t>건반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71" name=""/>
          <p:cNvCxnSpPr>
            <a:stCxn id="65" idx="2"/>
            <a:endCxn id="69" idx="6"/>
          </p:cNvCxnSpPr>
          <p:nvPr/>
        </p:nvCxnSpPr>
        <p:spPr>
          <a:xfrm rot="16200000" flipH="1">
            <a:off x="3082911" y="3986774"/>
            <a:ext cx="839325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"/>
          <p:cNvCxnSpPr>
            <a:stCxn id="48" idx="2"/>
            <a:endCxn id="65" idx="6"/>
          </p:cNvCxnSpPr>
          <p:nvPr/>
        </p:nvCxnSpPr>
        <p:spPr>
          <a:xfrm rot="5400000">
            <a:off x="3119228" y="1955447"/>
            <a:ext cx="767413" cy="7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"/>
          <p:cNvCxnSpPr>
            <a:stCxn id="49" idx="2"/>
            <a:endCxn id="58" idx="6"/>
          </p:cNvCxnSpPr>
          <p:nvPr/>
        </p:nvCxnSpPr>
        <p:spPr>
          <a:xfrm rot="16200000" flipH="1">
            <a:off x="7941021" y="1929732"/>
            <a:ext cx="788845" cy="21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"/>
          <p:cNvSpPr txBox="1"/>
          <p:nvPr/>
        </p:nvSpPr>
        <p:spPr>
          <a:xfrm>
            <a:off x="6638925" y="4467225"/>
            <a:ext cx="2035967" cy="90297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 lang="ko-KR" altLang="en-US"/>
            </a:pPr>
            <a:r>
              <a:rPr lang="en-US" altLang="ko-KR" b="1">
                <a:solidFill>
                  <a:schemeClr val="tx1"/>
                </a:solidFill>
              </a:rPr>
              <a:t>Power Management</a:t>
            </a:r>
            <a:endParaRPr lang="en-US" altLang="ko-KR" b="1">
              <a:solidFill>
                <a:schemeClr val="tx1"/>
              </a:solidFill>
            </a:endParaRPr>
          </a:p>
          <a:p>
            <a:pPr algn="ctr">
              <a:defRPr lang="ko-KR" altLang="en-US"/>
            </a:pPr>
            <a:r>
              <a:rPr lang="en-US" altLang="ko-KR" b="1">
                <a:solidFill>
                  <a:schemeClr val="tx1"/>
                </a:solidFill>
              </a:rPr>
              <a:t>(SW)</a:t>
            </a:r>
            <a:endParaRPr lang="en-US" altLang="ko-KR" b="1">
              <a:solidFill>
                <a:schemeClr val="tx1"/>
              </a:solidFill>
            </a:endParaRPr>
          </a:p>
        </p:txBody>
      </p:sp>
      <p:cxnSp>
        <p:nvCxnSpPr>
          <p:cNvPr id="77" name=""/>
          <p:cNvCxnSpPr/>
          <p:nvPr/>
        </p:nvCxnSpPr>
        <p:spPr>
          <a:xfrm rot="16200000" flipV="1">
            <a:off x="5336380" y="4036218"/>
            <a:ext cx="1833562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"/>
          <p:cNvCxnSpPr>
            <a:stCxn id="75" idx="1"/>
          </p:cNvCxnSpPr>
          <p:nvPr/>
        </p:nvCxnSpPr>
        <p:spPr>
          <a:xfrm rot="10800000" flipV="1">
            <a:off x="6238875" y="4918710"/>
            <a:ext cx="400050" cy="104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81631" y="268785"/>
            <a:ext cx="1505284" cy="6722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lang="ko-KR" altLang="en-US"/>
            </a:pPr>
            <a:r>
              <a:rPr lang="ko-KR" altLang="en-US" sz="3800" spc="-156">
                <a:solidFill>
                  <a:srgbClr val="525252"/>
                </a:solidFill>
              </a:rPr>
              <a:t>시   연 </a:t>
            </a:r>
            <a:endParaRPr lang="ko-KR" altLang="en-US" sz="3800" spc="-156">
              <a:solidFill>
                <a:srgbClr val="525252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72085" y="248693"/>
            <a:ext cx="85724" cy="76944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7810" b="78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969893" y="2031428"/>
            <a:ext cx="5774056" cy="947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en-US" altLang="ko-KR" sz="5600" spc="-228">
                <a:solidFill>
                  <a:schemeClr val="bg1"/>
                </a:solidFill>
                <a:latin typeface="나눔바른펜"/>
                <a:ea typeface="나눔바른펜"/>
              </a:rPr>
              <a:t>Q  &amp;  A</a:t>
            </a:r>
            <a:endParaRPr lang="en-US" altLang="ko-KR" sz="5600" spc="-228">
              <a:solidFill>
                <a:schemeClr val="bg1"/>
              </a:solidFill>
              <a:latin typeface="나눔바른펜"/>
              <a:ea typeface="나눔바른펜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Theme">
  <a:themeElements>
    <a:clrScheme name="1701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c4c8a"/>
      </a:accent1>
      <a:accent2>
        <a:srgbClr val="5587a2"/>
      </a:accent2>
      <a:accent3>
        <a:srgbClr val="f6d258"/>
      </a:accent3>
      <a:accent4>
        <a:srgbClr val="d1af94"/>
      </a:accent4>
      <a:accent5>
        <a:srgbClr val="97d5e0"/>
      </a:accent5>
      <a:accent6>
        <a:srgbClr val="efcec5"/>
      </a:accent6>
      <a:hlink>
        <a:srgbClr val="262626"/>
      </a:hlink>
      <a:folHlink>
        <a:srgbClr val="262626"/>
      </a:folHlink>
    </a:clrScheme>
    <a:fontScheme name="20160215">
      <a:majorFont>
        <a:latin typeface="Calibri Light"/>
        <a:ea typeface="나눔고딕 ExtraBold"/>
        <a:cs typeface=""/>
      </a:majorFont>
      <a:minorFont>
        <a:latin typeface="Calibri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147483647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147483647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79</ep:Words>
  <ep:PresentationFormat>와이드스크린</ep:PresentationFormat>
  <ep:Paragraphs>31</ep:Paragraphs>
  <ep:Slides>7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</vt:vector>
  </ep:TitlesOfParts>
  <ep:HyperlinkBase/>
  <ep:Application>Hancom Office Hanshow 2014</ep:Application>
  <ep:AppVersion>0900.0000.01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2015-01-21T11:35:38.000</dcterms:created>
  <dc:creator>Saebyeol Yu</dc:creator>
  <cp:lastModifiedBy>ks008</cp:lastModifiedBy>
  <dcterms:modified xsi:type="dcterms:W3CDTF">2019-11-19T05:04:44.035</dcterms:modified>
  <cp:revision>202</cp:revision>
  <dc:title>PowerPoint 프레젠테이션</dc:title>
</cp:coreProperties>
</file>